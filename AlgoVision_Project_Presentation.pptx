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0F172A"/>
                </a:solidFill>
              </a:rPr>
              <a:t>AlgoVision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1E40AF"/>
                </a:solidFill>
              </a:rPr>
              <a:t>Interactive Algorithm Analyzer &amp; Optimizer</a:t>
            </a:r>
          </a:p>
          <a:p>
            <a:r>
              <a:rPr sz="2200">
                <a:solidFill>
                  <a:srgbClr val="1E40AF"/>
                </a:solidFill>
              </a:rPr>
              <a:t>Professional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Design and Analysis of Algorithms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1. Abstract / Problem Statement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2. Related Work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3. Proposed Algorithm &amp; System Design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4. Implementation / Code Architecture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5. Results &amp; Validation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6. Conclusion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7.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AlgoVision?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1) Abstract /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Students often learn algorithm theory (Big-O, pseudocode) without seeing execution behavior in real time.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AlgoVision bridges this gap with interactive, step-by-step visualization and measurable performance metrics.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The project supports algorithm execution, comparison, and theory cards in one unified platform.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Goal: make algorithm learning intuitive, practical, and data-driven for classroom and self-learning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&amp;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2) 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40AF"/>
                </a:solidFill>
              </a:defRPr>
            </a:pPr>
            <a:r>
              <a:t>Existing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Algorithm visualization tools (e.g., Visualgo-style interfaces)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Textbook and static pseudocode learning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Complexity-focused teaching without empirical runtime context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Standalone coding playgrounds without rich 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40AF"/>
                </a:solidFill>
              </a:defRPr>
            </a:pPr>
            <a:r>
              <a:t>How AlgoVision Improves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Combines visualization + metrics + theory in one app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Side-by-side comparison to evaluate algorithms on identical input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Covers multiple categories: sorting, graph, DP, string matching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Backend-generated trace steps for consistent, reproducible animations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Approach (Trace-Driven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3) Proposed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Input -&gt; validate -&gt; run selected algorithm -&gt; capture execution steps -&gt; compute metrics -&gt; visualize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Every algorithm exposes a standard run(input, options) contract returning {result, steps, metrics}.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Runner service centralizes algorithm registry and supports /run, /compare, and /theory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88136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Frontend (React + D3)  &lt;-&gt;  FastAPI Endpoints  &lt;-&gt;  Algorithm Runner  &lt;-&gt;  Algorithm Modules</a:t>
            </a:r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t>Categories: Sorting (8) | Graph (10) | DP (3) | String Matching (3)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Implementation (FastAPI)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4) Implementation /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main.py wires API routes and CORS.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app/routes/: /algorithms, /run, /compare, /theory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app/services/runner.py: registry + orchestration + timing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Pydantic schemas enforce request/response structure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Algorithms grouped by category modules under app/algorithms/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urier New"/>
              </a:defRPr>
            </a:pPr>
            <a:r>
              <a:t>Example API Contract</a:t>
            </a:r>
            <a:br/>
            <a:br/>
            <a:r>
              <a:t>POST /api/run</a:t>
            </a:r>
            <a:br/>
            <a:r>
              <a:t>{</a:t>
            </a:r>
            <a:br/>
            <a:r>
              <a:t>  "category": "sorting",</a:t>
            </a:r>
            <a:br/>
            <a:r>
              <a:t>  "algorithm": "quick_sort",</a:t>
            </a:r>
            <a:br/>
            <a:r>
              <a:t>  "input": {"array": [5,1,4,2,8]},</a:t>
            </a:r>
            <a:br/>
            <a:r>
              <a:t>  "options": {"track_steps": true}</a:t>
            </a:r>
            <a:br/>
            <a:r>
              <a:t>}</a:t>
            </a:r>
            <a:br/>
            <a:br/>
            <a:r>
              <a:t>Response includes:</a:t>
            </a:r>
            <a:br/>
            <a:r>
              <a:t>- result</a:t>
            </a:r>
            <a:br/>
            <a:r>
              <a:t>- steps[]</a:t>
            </a:r>
            <a:br/>
            <a:r>
              <a:t>- metrics</a:t>
            </a:r>
            <a:br/>
            <a:r>
              <a:t>-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Implementation (React + D3)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4) Implementation /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40AF"/>
                </a:solidFill>
              </a:defRPr>
            </a:pPr>
            <a:r>
              <a:t>Core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Analyzer: step controls, code pane, metrics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Compare: side-by-side metrics/charts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Theory: complexity, use-cases, optimization tips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Report: summarized performance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40AF"/>
                </a:solidFill>
              </a:defRPr>
            </a:pPr>
            <a:r>
              <a:t>Key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VisualizationCanvas.jsx (sorting/graph/DP/string views)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ControlPanel.jsx for play/pause/step/speed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MetricsPanel.jsx for comparisons/swaps/time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InputPanel.jsx and algorithm presets/validators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Validation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5)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Backend tests define expected correctness for sorting, graph, DP, and string matching modules.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Examples from tests: Knapsack result=9, LCS length=4, Dijkstra shortest path to D=4, KMP match index=[10].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Analyzer UI provides live execution metrics: execution time, comparisons, swaps, recursion depth.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Compare workflow reports faster algorithm on identical input and returns a practical summary.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Architecture and codebase are modular enough for adding more algorithms and visualizations.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Live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5)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Step 1: Open Analyzer -&gt; choose Sorting -&gt; Quick Sort -&gt; run random input.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Step 2: Show step transitions and highlight metrics panel updates.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Step 3: Open Compare -&gt; compare Merge Sort vs Quick Sort on same dataset.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Step 4: Open Theory card to explain complexity and practical use-cases.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Step 5: Summarize how visual evidence supports algorithm selection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6)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AlgoVision successfully integrates algorithm theory, execution tracing, and interactive visualization.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It improves conceptual understanding by making intermediate states and performance signals visible.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The modular full-stack design supports maintainability and future extensibility.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Future scope: larger benchmarking datasets, more advanced graph layouts, exportable analytics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7)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Cormen, Leiserson, Rivest, Stein. Introduction to Algorithms (CLRS), 3rd Ed.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FastAPI Documentation: https://fastapi.tiangolo.com/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React Documentation: https://react.dev/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D3 Documentation: https://d3js.org/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Vite Documentation: https://vitejs.dev/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Tailwind CSS Documentation: https://tailwindcss.com/docs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Pydantic Documentation: https://docs.pydantic.dev/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</a:defRPr>
            </a:pPr>
            <a:r>
              <a:t>Questions, feedback, and suggestions are welcome.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</a:defRPr>
            </a:pPr>
            <a:r>
              <a:t>Project: AlgoVision - Interactive Algorithm Analyzer &amp; 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